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9" r:id="rId4"/>
  </p:sldMasterIdLst>
  <p:sldIdLst>
    <p:sldId id="257" r:id="rId1"/>
    <p:sldId id="258" r:id="rId2"/>
    <p:sldId id="259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762000" y="508000"/>
            <a:ext cx="10668000" cy="152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b="1" sz="4000">
                <a:solidFill>
                  <a:srgbClr val="1A1A2E"/>
                </a:solidFill>
              </a:rPr>
              <a:t>Loki ACID — Presentation</a:t>
            </a:r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Content"/>
          <p:cNvSpPr/>
          <p:nvPr/>
        </p:nvSpPr>
        <p:spPr>
          <a:xfrm>
            <a:off x="762000" y="762000"/>
            <a:ext cx="6096000" cy="4572000"/>
          </a:xfrm>
          <a:prstGeom prst="rect">
            <a:avLst/>
          </a:prstGeom>
          <a:noFill/>
        </p:spPr>
        <p:txBody>
          <a:bodyPr/>
          <a:lstStyle/>
          <a:p>
            <a:r>
              <a:rPr/>
              <a:t>First point</a:t>
            </a:r>
          </a:p>
          <a:p>
            <a:pPr lvl="1"/>
            <a:r>
              <a:rPr i="1"/>
              <a:t>Second point, indented</a:t>
            </a:r>
          </a:p>
        </p:txBody>
      </p:sp>
      <p:sp>
        <p:nvSpPr>
          <p:cNvPr id="3" name=""/>
          <p:cNvSpPr/>
          <p:nvPr/>
        </p:nvSpPr>
        <p:spPr>
          <a:xfrm>
            <a:off x="7366000" y="1524000"/>
            <a:ext cx="3810000" cy="2540000"/>
          </a:xfrm>
          <a:prstGeom prst="rect">
            <a:avLst/>
          </a:prstGeom>
          <a:solidFill>
            <a:srgbClr val="0F3460"/>
          </a:solidFill>
          <a:ln w="38100">
            <a:solidFill>
              <a:srgbClr val="E94560"/>
            </a:solidFill>
          </a:ln>
        </p:spPr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1016000" y="1270000"/>
            <a:ext cx="3048000" cy="3048000"/>
          </a:xfrm>
          <a:prstGeom prst="ellipse">
            <a:avLst/>
          </a:prstGeom>
          <a:solidFill>
            <a:srgbClr val="16C79A"/>
          </a:solidFill>
          <a:ln w="25400">
            <a:solidFill>
              <a:srgbClr val="11999E"/>
            </a:solidFill>
          </a:ln>
        </p:spPr>
      </p:sp>
      <p:sp>
        <p:nvSpPr>
          <p:cNvPr id="3" name=""/>
          <p:cNvSpPr/>
          <p:nvPr/>
        </p:nvSpPr>
        <p:spPr>
          <a:xfrm>
            <a:off x="5334000" y="1270000"/>
            <a:ext cx="3048000" cy="3048000"/>
          </a:xfrm>
          <a:prstGeom prst="triangle">
            <a:avLst/>
          </a:prstGeom>
          <a:solidFill>
            <a:srgbClr val="FFD460"/>
          </a:solidFill>
        </p:spPr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